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C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CとIを用いた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ガウス型速度欠損モデル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風力タービン後流の予測手法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RANS-PDシミュレーションデータに基づく回帰モデルの構築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C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研究目的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C72"/>
                </a:solidFill>
              </a:rPr>
              <a:t>背景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風力タービン後流は下流タービンの発電効率に大きく影響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高精度な後流予測モデルが風力発電所の最適配置に必要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C72"/>
                </a:solidFill>
              </a:rPr>
              <a:t>目的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乱流強度 I とポーラスディスク抵抗係数 C から後流を予測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RANS-PDシミュレーションデータに基づくガウス型モデルの構築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任意の (I, C) に対する速度欠損プロファイルの高精度予測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C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ガウス型速度欠損モデル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C72"/>
                </a:solidFill>
              </a:rPr>
              <a:t>速度場の表現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u(x, r) = U∞ × [1 - C(x) × exp(-r² / (2σ(x)²))]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C72"/>
                </a:solidFill>
              </a:rPr>
              <a:t>係数の定義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C(x): 中心線速度欠損 (Power-law decay)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C(x) = C₀ × (1 + c·x)^(-n)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σ(x): 後流幅 (Polynomial expansion)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σ(x) = a₂·x² + a₁·x + a₀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C72"/>
                </a:solidFill>
              </a:rPr>
              <a:t>パラメータ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I: 乱流強度 (0.01 ~ 0.30)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C: ポーラスディスク抵抗係数 (10 ~ 25)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C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方法 1: データ取得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C72"/>
                </a:solidFill>
              </a:rPr>
              <a:t>RANS-PDシミュレーション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Reynolds-Averaged Navier-Stokes方程式に基づく数値シミュレーション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ポーラスディスクモデルで風力タービンをモデル化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抵抗係数 C により後流強度を制御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2103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C72"/>
                </a:solidFill>
              </a:rPr>
              <a:t>パラメータ空間の探索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1E3C72"/>
                </a:solidFill>
              </a:rPr>
              <a:t>31ケースのシミュレーション実施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乱流強度 I: 0.01 ~ 0.30 (6水準)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抵抗係数 C: 10 ~ 25 (6水準)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各ケースで速度場 u(x, r) を取得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C72"/>
                </a:solidFill>
              </a:rPr>
              <a:t>データ構造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各断面における半径方向速度プロファイル → ガウス関数へのフィッティング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C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方法 2: ガウスフィッティング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C72"/>
                </a:solidFill>
              </a:rPr>
              <a:t>フィッティング手順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000000"/>
                </a:solidFill>
              </a:rPr>
              <a:t>各断面 x における半径方向速度 u(x, r) を取得</a:t>
            </a:r>
            <a:endParaRPr lang="en-US" sz="17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000000"/>
                </a:solidFill>
              </a:rPr>
              <a:t>ガウス関数にフィッティングして係数 C(x), σ(x) を抽出</a:t>
            </a:r>
            <a:endParaRPr lang="en-US" sz="17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000000"/>
                </a:solidFill>
              </a:rPr>
              <a:t>C(x) を Power-law モデルにフィッティング → C₀, c, n</a:t>
            </a:r>
            <a:endParaRPr lang="en-US" sz="17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000000"/>
                </a:solidFill>
              </a:rPr>
              <a:t>σ(x) を2次多項式にフィッティング → a₂, a₁, a₀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2377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C72"/>
                </a:solidFill>
              </a:rPr>
              <a:t>最適化手法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Levenberg-Marquardt法による非線形最小二乗法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minimize Σ [u_data(x, r) - u_model(x, r)]²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C72"/>
                </a:solidFill>
              </a:rPr>
              <a:t>出力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各ケースの6係数: (C₀, c, n, a₂, a₁, a₀)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E3C7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方法 3: 回帰モデル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C72"/>
                </a:solidFill>
              </a:rPr>
              <a:t>線形回帰モデル (C₀, c, a₂, a₁, a₀)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coeff = β₀ + β₁·I + β₂·C + β₃·I·C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基底関数: [1, I, C, I·C]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C72"/>
                </a:solidFill>
              </a:rPr>
              <a:t>拡張線形回帰モデル (n)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 = β₀ + β₁·I + β₂·C + β₃·I·C + (β₄ + β₅·C)/I + (β₆ + β₇·C)/I²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基底関数: [1, I, C, I·C, 1/I, C/I, 1/I², C/I²]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C72"/>
                </a:solidFill>
              </a:rPr>
              <a:t>予測機能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任意の (I, C) に対して6係数を予測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予測された係数から速度欠損プロファイルを再構成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実測範囲: I ∈ [0.01, 0.30], C ∈ [10, 25]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A52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結果 1: データセット概要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5298"/>
                </a:solidFill>
              </a:rPr>
              <a:t>シミュレーションケース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A5298"/>
                </a:solidFill>
              </a:rPr>
              <a:t>31ケース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5298"/>
                </a:solidFill>
              </a:rPr>
              <a:t>パラメータ範囲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乱流強度 I: 0.01 ~ 0.30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抵抗係数 C: 10 ~ 25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5298"/>
                </a:solidFill>
              </a:rPr>
              <a:t>各ケースから抽出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6つのガウス係数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複数断面の速度場データ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上流速度 U∞</a:t>
            </a:r>
            <a:endParaRPr lang="en-US" sz="1600" dirty="0"/>
          </a:p>
        </p:txBody>
      </p:sp>
      <p:pic>
        <p:nvPicPr>
          <p:cNvPr id="9" name="Image 0" descr="/Users/Daily/Development/WindTurbineWake/FitGauss-PD/presentation/images/velocity_deficit_profile_I0.05_C16.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914400"/>
            <a:ext cx="38404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A529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結果 2: 回帰モデルの性能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5298"/>
                </a:solidFill>
              </a:rPr>
              <a:t>決定係数 R²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C₀: R² = 0.9879 (最高精度)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  R² = 0.9749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n:  R² = 0.9000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a₂: R² = 0.9495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a₁: R² = 0.9362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a₀: R² = 0.8783 (最低精度)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5298"/>
                </a:solidFill>
              </a:rPr>
              <a:t>性能評価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全ての係数でR² &gt; 0.87を達成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特にC₀とcは高精度な予測が可能</a:t>
            </a:r>
            <a:endParaRPr lang="en-US" sz="1600" dirty="0"/>
          </a:p>
        </p:txBody>
      </p:sp>
      <p:pic>
        <p:nvPicPr>
          <p:cNvPr id="7" name="Image 0" descr="/Users/Daily/Development/WindTurbineWake/FitGauss-PD/presentation/images/predicted_vs_measu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822960"/>
            <a:ext cx="384048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分析 1: 残差統計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RMSE (二乗平均平方根誤差)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C₀: 9.15 × 10⁻³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  2.68 × 10⁻²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n:  55.9 (最大)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a₂: 1.04 × 10⁻⁴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a₁: 4.40 × 10⁻³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a₀: 7.04 × 10⁻³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2423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残差の特徴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平均値: ほぼゼロ（バイアスなし）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C₀, c, a₂, a₁, a₀: 非常に小さい残差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n: 相対的に大きな残差 → 非線形性が強い</a:t>
            </a:r>
            <a:endParaRPr lang="en-US" sz="1300" dirty="0"/>
          </a:p>
        </p:txBody>
      </p:sp>
      <p:pic>
        <p:nvPicPr>
          <p:cNvPr id="7" name="Image 0" descr="/Users/Daily/Development/WindTurbineWake/FitGauss-PD/presentation/images/residual_vs_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822960"/>
            <a:ext cx="384048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27AE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分析 2: 係数間の相関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強い相関関係 (|r| &gt; 0.7)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 ↔ a₂: r = -0.987 (非常に強い負の相関)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a₂ ↔ a₁: r = -0.995 (非常に強い負の相関)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 ↔ a₁: r = 0.973 (非常に強い正の相関)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 ↔ a₀: r = 0.789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 ↔ a₂: r = 0.721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n ↔ a₁: r = -0.759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a₂ ↔ a₀: r = -0.742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a₁ ↔ a₀: r = 0.721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考察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速度欠損の減衰 (c, n) と後流幅の拡大 (a₂, a₁, a₀) は密接に関連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これらの相関関係は物理的な後流発達過程を反映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主な発見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</a:rPr>
              <a:t>モデル性能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全係数でR² &gt; 0.87を達成し、高精度な予測が可能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C₀（中心線速度欠損の初期値）が最も高精度（R² = 0.988）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n（減衰指数）は非線形性が強く、拡張基底が有効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</a:rPr>
              <a:t>係数の物理的関係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速度欠損の減衰パラメータ（c, n）と後流幅の拡大（a₂, a₁, a₀）は強く相関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乱流強度 I が増加すると後流回復が促進される傾向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抵抗係数 C が増加すると初期速度欠損が増大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</a:rPr>
              <a:t>実用性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任意の (I, C) に対して即座に後流予測が可能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高コストなCFDシミュレーションの代替手段として有効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E67E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結論と今後の展開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</a:rPr>
              <a:t>結論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I・C を説明変数とした回帰モデルにより、ガウス型速度欠損モデルの6係数を高精度に予測可能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31ケースのRANS-PDデータから構築したモデルは全係数でR² &gt; 0.87を達成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計算コストを大幅に削減しながら実用的な精度で後流予測が可能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240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</a:rPr>
              <a:t>応用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風力発電所のレイアウト最適化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年間発電量の高速評価（AEP計算）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異なる気象条件下での後流干渉評価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</a:rPr>
              <a:t>今後の課題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より広範なパラメータ範囲への拡張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</a:rPr>
              <a:t>実測データとの比較検証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CとIを用いたガウス型速度欠損モデル</dc:title>
  <dc:subject>PptxGenJS Presentation</dc:subject>
  <dc:creator>FitGauss-PD Analysis</dc:creator>
  <cp:lastModifiedBy>FitGauss-PD Analysis</cp:lastModifiedBy>
  <cp:revision>1</cp:revision>
  <dcterms:created xsi:type="dcterms:W3CDTF">2025-11-19T05:33:01Z</dcterms:created>
  <dcterms:modified xsi:type="dcterms:W3CDTF">2025-11-19T05:33:01Z</dcterms:modified>
</cp:coreProperties>
</file>